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19456"/>
            <a:ext cx="6217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Qwen as a 12th Annotator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669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C3C2B7"/>
                </a:solidFill>
                <a:latin typeface="Calibri"/>
              </a:rPr>
              <a:t>All 506 clips, scored against 11 human raters using the same pairwise-agreement math applied to the humans themselves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Method:  </a:t>
            </a:r>
            <a:r>
              <a:rPr sz="1450">
                <a:solidFill>
                  <a:srgbClr val="0B0B0B"/>
                </a:solidFill>
                <a:latin typeface="Calibri"/>
              </a:rPr>
              <a:t>Qwen labeled every clip in the shared pool and was compared to each of the 11 human annotators exactly as they are compared to each other — pairwise agreement, Cohen's κ, and majority-vote consensus accuracy.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Scenario / condition / noun:  </a:t>
            </a:r>
            <a:r>
              <a:rPr sz="1450">
                <a:solidFill>
                  <a:srgbClr val="0B0B0B"/>
                </a:solidFill>
                <a:latin typeface="Calibri"/>
              </a:rPr>
              <a:t>Qwen's agreement with each human (54–70%) sits inside the human–human range — some human pairs agree as little as 31–33% of the time.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Verb / flavor:  </a:t>
            </a:r>
            <a:r>
              <a:rPr sz="1450">
                <a:solidFill>
                  <a:srgbClr val="0B0B0B"/>
                </a:solidFill>
                <a:latin typeface="Calibri"/>
              </a:rPr>
              <a:t>clearly below the human envelope (κ = 0.26 vs. 0.62 for verb; 0.26 vs. 0.52 for flavor).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Difficulty transfers:  </a:t>
            </a:r>
            <a:r>
              <a:rPr sz="1450">
                <a:solidFill>
                  <a:srgbClr val="0B0B0B"/>
                </a:solidFill>
                <a:latin typeface="Calibri"/>
              </a:rPr>
              <a:t>84.6% accuracy on clips humans unanimously agreed on, dropping to 42.6% on clips where humans were split — Qwen struggles on exactly the clips that are hard for humans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88736" y="1271016"/>
            <a:ext cx="5102352" cy="4270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_rater_agree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4992624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806440"/>
            <a:ext cx="11201400" cy="7772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</a:rPr>
              <a:t>TAKEAWAY   </a:t>
            </a:r>
            <a:r>
              <a:rPr sz="1350" i="1">
                <a:solidFill>
                  <a:srgbClr val="0B0B0B"/>
                </a:solidFill>
              </a:rPr>
              <a:t>On 3 of 5 fields, Qwen is statistically indistinguishable from a 12th human annotator; verb and flavor remain outside human-level agreement.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19456"/>
            <a:ext cx="6217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Transfer to an Unseen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669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C3C2B7"/>
                </a:solidFill>
                <a:latin typeface="Calibri"/>
              </a:rPr>
              <a:t>240 clips sampled from the 2.2M-clip ivc-ml touch dataset — never labeled with the taste schema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Method:  </a:t>
            </a:r>
            <a:r>
              <a:rPr sz="1450">
                <a:solidFill>
                  <a:srgbClr val="0B0B0B"/>
                </a:solidFill>
                <a:latin typeface="Calibri"/>
              </a:rPr>
              <a:t>Reservoir-sampled 240 clips from a corpus curated for touch, not eating, and applied the same taste-schema prompt plus a free-text description request — zero fine-tuning.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Sensible domain shift:  </a:t>
            </a:r>
            <a:r>
              <a:rPr sz="1450">
                <a:solidFill>
                  <a:srgbClr val="0B0B0B"/>
                </a:solidFill>
                <a:latin typeface="Calibri"/>
              </a:rPr>
              <a:t>Qwen calls 90% of touch-corpus clips not-eating vs. 55% on the taste pool — exactly what you'd expect when the taste pool was curated specifically for eating content.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No schema collapse:  </a:t>
            </a:r>
            <a:r>
              <a:rPr sz="1450">
                <a:solidFill>
                  <a:srgbClr val="0B0B0B"/>
                </a:solidFill>
                <a:latin typeface="Calibri"/>
              </a:rPr>
              <a:t>"unclear"/"n/a" rates on eating clips stayed comparable to the taste pool rather than spiking, and every clip parsed as valid JSON (0/240 failures).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Usable descriptions:  </a:t>
            </a:r>
            <a:r>
              <a:rPr sz="1450">
                <a:solidFill>
                  <a:srgbClr val="0B0B0B"/>
                </a:solidFill>
                <a:latin typeface="Calibri"/>
              </a:rPr>
              <a:t>every clip got a free-text description (mean 32.1 words) — output doubles as machine pre-annotation a human can verify instead of labeling from scratch.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88736" y="1271016"/>
            <a:ext cx="4838109" cy="26129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_scenario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4728381" cy="25032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88736" y="3938869"/>
            <a:ext cx="3447370" cy="18767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_schema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993733"/>
            <a:ext cx="3337642" cy="17669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806440"/>
            <a:ext cx="11201400" cy="7772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</a:rPr>
              <a:t>TAKEAWAY   </a:t>
            </a:r>
            <a:r>
              <a:rPr sz="1350" i="1">
                <a:solidFill>
                  <a:srgbClr val="0B0B0B"/>
                </a:solidFill>
              </a:rPr>
              <a:t>The pipeline transfers cleanly to a brand-new clip pool with no schema-specific fine-tuning — usable today as a pre-annotation pass that a human verifies rather than labels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19456"/>
            <a:ext cx="6217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463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Reliability ≠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669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C3C2B7"/>
                </a:solidFill>
                <a:latin typeface="Calibri"/>
              </a:rPr>
              <a:t>The scientific test: is Qwen a stable rater, and can in-context examples fix its known blind spot?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Part A — test–retest:  </a:t>
            </a:r>
            <a:r>
              <a:rPr sz="1450">
                <a:solidFill>
                  <a:srgbClr val="0B0B0B"/>
                </a:solidFill>
                <a:latin typeface="Calibri"/>
              </a:rPr>
              <a:t>re-annotating the same 101 clips 3× with sampling (T=0.7), Qwen agrees with itself 88–93% across all fields — higher than humans agree with each other (61–72%).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Part B — few-shot:  </a:t>
            </a:r>
            <a:r>
              <a:rPr sz="1450">
                <a:solidFill>
                  <a:srgbClr val="0B0B0B"/>
                </a:solidFill>
                <a:latin typeface="Calibri"/>
              </a:rPr>
              <a:t>adding 4 and 8 in-context examples (human consensus labels, no leakage) improved flavor (+8–10 pts) and noun (+2–4 pts).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The blind spot persists:  </a:t>
            </a:r>
            <a:r>
              <a:rPr sz="1450">
                <a:solidFill>
                  <a:srgbClr val="0B0B0B"/>
                </a:solidFill>
                <a:latin typeface="Calibri"/>
              </a:rPr>
              <a:t>agency accuracy on true human-fed clips stayed at 0% at 0-shot, 4-shot, AND 8-shot — even with two explicit human-fed examples in context.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2A78D6"/>
                </a:solidFill>
                <a:latin typeface="Calibri"/>
              </a:rPr>
              <a:t>■  </a:t>
            </a:r>
            <a:r>
              <a:rPr sz="1450" b="1">
                <a:solidFill>
                  <a:srgbClr val="0B0B0B"/>
                </a:solidFill>
                <a:latin typeface="Calibri"/>
              </a:rPr>
              <a:t>Why it matters:  </a:t>
            </a:r>
            <a:r>
              <a:rPr sz="1450">
                <a:solidFill>
                  <a:srgbClr val="0B0B0B"/>
                </a:solidFill>
                <a:latin typeface="Calibri"/>
              </a:rPr>
              <a:t>a model can be maximally self-consistent while being systematically wrong on an entire label class — reliability alone is not evidence of annotation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88736" y="1271016"/>
            <a:ext cx="4155948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_test_retest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4046220" cy="21579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88736" y="3593592"/>
            <a:ext cx="3864864" cy="2221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_fewshot_a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48456"/>
            <a:ext cx="3755136" cy="21122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806440"/>
            <a:ext cx="11201400" cy="7772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</a:rPr>
              <a:t>TAKEAWAY   </a:t>
            </a:r>
            <a:r>
              <a:rPr sz="1350" i="1">
                <a:solidFill>
                  <a:srgbClr val="0B0B0B"/>
                </a:solidFill>
              </a:rPr>
              <a:t>Five independent interventions (Benchmark 2) plus 4- and 8-shot in-context demonstrations (Benchmark 5) all fail to move human-fed accuracy off 0% — strong evidence of a perceptual ceiling, not a prompting 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